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ikO+iKXNTSK9mmzGSNDzTN4cc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C0096-7288-4FAB-AE4E-C0155639D0B2}">
  <a:tblStyle styleId="{017C0096-7288-4FAB-AE4E-C0155639D0B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a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6d5fbc7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e56d5fbc7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490323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eb490323b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b490323b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eb490323b1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b490323b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eb490323b1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b490323b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eb490323b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b490323b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eb490323b1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b490323b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eb490323b1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490323b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eb490323b1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b490323b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eb490323b1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b490323b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eb490323b1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b490323b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eb490323b1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hyperlink" Target="https://www.pepperfry.com?utm_source=chatgpt.com" TargetMode="External"/><Relationship Id="rId5" Type="http://schemas.openxmlformats.org/officeDocument/2006/relationships/hyperlink" Target="https://www.pepperfry.com?utm_source=chatgpt.com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6250"/>
            <a:ext cx="12192000" cy="73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 flipH="1">
            <a:off x="3432175" y="3714750"/>
            <a:ext cx="548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Recliner Market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 flipH="1">
            <a:off x="7894425" y="5017055"/>
            <a:ext cx="423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by-</a:t>
            </a:r>
            <a:endParaRPr b="0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Bhuvana Mandli</a:t>
            </a:r>
            <a:endParaRPr b="1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Batch No. 493</a:t>
            </a:r>
            <a:endParaRPr b="0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888543" y="662498"/>
            <a:ext cx="1858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773725" y="1577529"/>
            <a:ext cx="6096000" cy="4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Business Problem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Problem Statement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steps and screenshots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Insights and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888543" y="662498"/>
            <a:ext cx="39980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Problem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571075" y="1603325"/>
            <a:ext cx="90321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Customers face difficulty while purchasing recliners because: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Large number of recliner options are available online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Similar recliners have huge price differences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Discounts and EMI offers create confusion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Buyers are unable to identify value-for-money products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Furniture companies also need insights into: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Pricing strategies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Customer preferences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Market trends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e56d5fbc7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e56d5fbc77_0_3"/>
          <p:cNvSpPr/>
          <p:nvPr/>
        </p:nvSpPr>
        <p:spPr>
          <a:xfrm>
            <a:off x="888555" y="662500"/>
            <a:ext cx="68964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56d5fbc77_0_3"/>
          <p:cNvSpPr/>
          <p:nvPr/>
        </p:nvSpPr>
        <p:spPr>
          <a:xfrm>
            <a:off x="1571075" y="1603325"/>
            <a:ext cx="90321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Collect recliner product data from the Pepperfry website using Selenium Web Scraping to analyze pricing patterns, discounts, warranties, and customer preferences.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Perform data preprocessing techniques such as data cleaning, missing value handling, outlier detection, transformation, and feature engineering to prepare the dataset for analysis.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Apply Exploratory Data Analysis (EDA), data visualization, and hypothesis testing to identify the factors influencing recliner prices and generate business insights and recommendations.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888543" y="662498"/>
            <a:ext cx="3886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Objective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852002" y="1765450"/>
            <a:ext cx="80310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Extract recliner data from Pepperfry using Selenium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Perform data preprocessing and feature engineering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Analyze pricing, discounts, and market trends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Identify factors affecting recliner prices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Generate insights using EDA and hypothesis testing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Help customers make better buying decisions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779929" y="474693"/>
            <a:ext cx="94398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8813" y="1211900"/>
            <a:ext cx="3914376" cy="488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eb490323b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eb490323b1_0_4"/>
          <p:cNvSpPr txBox="1"/>
          <p:nvPr/>
        </p:nvSpPr>
        <p:spPr>
          <a:xfrm>
            <a:off x="607679" y="114568"/>
            <a:ext cx="943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Dataset Overview</a:t>
            </a:r>
            <a:endParaRPr b="1" sz="3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0" name="Google Shape;130;g3eb490323b1_0_4"/>
          <p:cNvGraphicFramePr/>
          <p:nvPr/>
        </p:nvGraphicFramePr>
        <p:xfrm>
          <a:off x="607663" y="87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{017C0096-7288-4FAB-AE4E-C0155639D0B2}</a:tableStyleId>
              </a:tblPr>
              <a:tblGrid>
                <a:gridCol w="3597175"/>
                <a:gridCol w="7633450"/>
              </a:tblGrid>
              <a:tr h="34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Column Name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Description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Name of the recliner brand/company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Recliner model name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Color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Color variant of the recliner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Seater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Seating capacity of the recliner (1-seater, 2-seater, 3-seater)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Customer rating given to the recliner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Warranty(Months)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Warranty duration provided by the brand in months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Original Cost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Actual price of the recliner before discount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Discount(%)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Percentage discount offered on the recliner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Final Price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Final selling price after discount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Monthly EMI amount available for the recliner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Shipping Days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Estimated delivery/shipping time in days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Price 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Categorized recliner segment based on final price (Budget, Mid-Range, Premium, Luxury)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734149" y="386052"/>
            <a:ext cx="103452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Steps and Screenshots</a:t>
            </a:r>
            <a:endParaRPr b="1" i="0" sz="36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942600" y="1199375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Data Preprocessing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678475" y="1814975"/>
            <a:ext cx="97611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dataset structure using: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.info()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.describe()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.isnull()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Handled missing values using: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Median, Mean, Mode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Removed duplicate records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Converted columns into proper </a:t>
            </a:r>
            <a:r>
              <a:rPr lang="en-US" sz="1800">
                <a:solidFill>
                  <a:schemeClr val="dk1"/>
                </a:solidFill>
              </a:rPr>
              <a:t>data types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Detected outliers using: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Z-Score Method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IQR Method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eb490323b1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eb490323b1_0_57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b490323b1_0_57"/>
          <p:cNvSpPr txBox="1"/>
          <p:nvPr/>
        </p:nvSpPr>
        <p:spPr>
          <a:xfrm>
            <a:off x="848650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Feature Engineering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7" name="Google Shape;147;g3eb490323b1_0_57"/>
          <p:cNvSpPr txBox="1"/>
          <p:nvPr/>
        </p:nvSpPr>
        <p:spPr>
          <a:xfrm>
            <a:off x="1443600" y="1235650"/>
            <a:ext cx="9761100" cy="4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New Features Created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1. Discount Amount</a:t>
            </a:r>
            <a:endParaRPr b="1"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Discount Amount = Original Cost - Final Price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to analyze actual savings.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2. Warranty(Years)</a:t>
            </a:r>
            <a:endParaRPr b="1"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Warranty(Years) = Warranty(Months) / 12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Improves readability and analysis.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3. Price Category</a:t>
            </a:r>
            <a:endParaRPr b="1"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Products categorized into: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Budget (0–30,000), Mid-Range (30,001–70,000), 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Premium (70,001–1,50,000), Luxury (1,50,001–3,00,000)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Based on Final Price ranges.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eb490323b1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eb490323b1_0_67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eb490323b1_0_67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Univariate Analysis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55" name="Google Shape;155;g3eb490323b1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150" y="485675"/>
            <a:ext cx="6184723" cy="29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eb490323b1_0_67"/>
          <p:cNvSpPr txBox="1"/>
          <p:nvPr/>
        </p:nvSpPr>
        <p:spPr>
          <a:xfrm>
            <a:off x="754700" y="1381963"/>
            <a:ext cx="90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columns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b490323b1_0_67"/>
          <p:cNvSpPr txBox="1"/>
          <p:nvPr/>
        </p:nvSpPr>
        <p:spPr>
          <a:xfrm>
            <a:off x="754700" y="1816575"/>
            <a:ext cx="4746000" cy="4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Key Findings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Most recliners belong to Budget and Mid-Range segments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Price and EMI are highly right-skewed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Majority discounts lie between 20–30%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Most recliners offer 3-year warranty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Shipping time is generally 2–3 days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few premium recliners and high-discount products appear as upper-end outliers due to luxury branding and promotional offers.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8" name="Google Shape;158;g3eb490323b1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0600" y="3503100"/>
            <a:ext cx="6259550" cy="266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eb490323b1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eb490323b1_0_81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b490323b1_0_81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Univariate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66" name="Google Shape;166;g3eb490323b1_0_81"/>
          <p:cNvSpPr txBox="1"/>
          <p:nvPr/>
        </p:nvSpPr>
        <p:spPr>
          <a:xfrm>
            <a:off x="754700" y="1381963"/>
            <a:ext cx="90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b490323b1_0_81"/>
          <p:cNvSpPr txBox="1"/>
          <p:nvPr/>
        </p:nvSpPr>
        <p:spPr>
          <a:xfrm>
            <a:off x="754700" y="2067100"/>
            <a:ext cx="45249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Top 10 Brands Analysis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Casacraft from Pepperfry dominates the dataset with the highest number of recliner listings.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8" name="Google Shape;168;g3eb490323b1_0_81"/>
          <p:cNvSpPr txBox="1"/>
          <p:nvPr/>
        </p:nvSpPr>
        <p:spPr>
          <a:xfrm>
            <a:off x="754700" y="4098775"/>
            <a:ext cx="5166900" cy="21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Color Distribution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Neutral colors such as Brown, Beige, and Grey dominate the recliner market. These colors are likely preferred because they match most interior designs.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9" name="Google Shape;169;g3eb490323b1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775" y="3631175"/>
            <a:ext cx="3820200" cy="311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b490323b1_0_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8550" y="446208"/>
            <a:ext cx="5082275" cy="309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eb490323b1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eb490323b1_0_99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b490323b1_0_99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</a:t>
            </a:r>
            <a:r>
              <a:rPr lang="en-US" sz="2800">
                <a:solidFill>
                  <a:schemeClr val="dk1"/>
                </a:solidFill>
              </a:rPr>
              <a:t>ivariate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8" name="Google Shape;178;g3eb490323b1_0_99"/>
          <p:cNvSpPr txBox="1"/>
          <p:nvPr/>
        </p:nvSpPr>
        <p:spPr>
          <a:xfrm>
            <a:off x="754700" y="1235638"/>
            <a:ext cx="90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vs Numerical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eb490323b1_0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900" y="1849874"/>
            <a:ext cx="3801626" cy="282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eb490323b1_0_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5200" y="1849875"/>
            <a:ext cx="3801601" cy="28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eb490323b1_0_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9578" y="1840225"/>
            <a:ext cx="3827497" cy="28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b490323b1_0_99"/>
          <p:cNvSpPr txBox="1"/>
          <p:nvPr/>
        </p:nvSpPr>
        <p:spPr>
          <a:xfrm>
            <a:off x="984075" y="5127350"/>
            <a:ext cx="914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Most recliners have high ratings (4.5–5.0), but ratings do not strongly affect pricing.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Final Price is strongly related to EMI, and recliners with 1–3 year warranties are more common in budget and mid-range categories.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eb490323b1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b490323b1_0_118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b490323b1_0_118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Bivariate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90" name="Google Shape;190;g3eb490323b1_0_118"/>
          <p:cNvSpPr txBox="1"/>
          <p:nvPr/>
        </p:nvSpPr>
        <p:spPr>
          <a:xfrm>
            <a:off x="821550" y="1235638"/>
            <a:ext cx="90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Numerical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b490323b1_0_118"/>
          <p:cNvSpPr txBox="1"/>
          <p:nvPr/>
        </p:nvSpPr>
        <p:spPr>
          <a:xfrm>
            <a:off x="984075" y="4926825"/>
            <a:ext cx="10432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Durian, LA-Z-BOY, and Casacraft from Pepperfry contain several premium-priced recliners. Sleepyhead mainly targets the budget recliner segment.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Although 3-seater recliners generally cost more, several premium luxury recliners are also present in the 1-seater category. This suggests that pricing depends not only on seating capacity but also on brand, material quality, and premium features.</a:t>
            </a:r>
            <a:endParaRPr sz="1800"/>
          </a:p>
        </p:txBody>
      </p:sp>
      <p:pic>
        <p:nvPicPr>
          <p:cNvPr id="192" name="Google Shape;192;g3eb490323b1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050" y="1826575"/>
            <a:ext cx="4630494" cy="3048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eb490323b1_0_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019" y="1826575"/>
            <a:ext cx="3939163" cy="284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eb490323b1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eb490323b1_0_134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b490323b1_0_134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Bivariate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01" name="Google Shape;201;g3eb490323b1_0_134"/>
          <p:cNvSpPr txBox="1"/>
          <p:nvPr/>
        </p:nvSpPr>
        <p:spPr>
          <a:xfrm>
            <a:off x="821550" y="1235638"/>
            <a:ext cx="90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vs Categorical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g3eb490323b1_0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75" y="2062225"/>
            <a:ext cx="5462826" cy="2597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eb490323b1_0_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604" y="2062225"/>
            <a:ext cx="5655595" cy="25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eb490323b1_0_134"/>
          <p:cNvSpPr txBox="1"/>
          <p:nvPr/>
        </p:nvSpPr>
        <p:spPr>
          <a:xfrm>
            <a:off x="1072200" y="5002425"/>
            <a:ext cx="1021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Neutral colors such as Brown and Beige dominate across most recliner brands, while bright colors are comparatively less common in the market.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Most brands mainly focus on Budget and Mid-Range recliners, whereas premium brands offer more Luxury-category recliners, showing clear brand-wise pricing strategies.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eb490323b1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eb490323b1_0_152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eb490323b1_0_152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Multivariate</a:t>
            </a:r>
            <a:r>
              <a:rPr lang="en-US" sz="2800">
                <a:solidFill>
                  <a:schemeClr val="dk1"/>
                </a:solidFill>
              </a:rPr>
              <a:t>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12" name="Google Shape;212;g3eb490323b1_0_152"/>
          <p:cNvSpPr txBox="1"/>
          <p:nvPr/>
        </p:nvSpPr>
        <p:spPr>
          <a:xfrm>
            <a:off x="1723900" y="5086000"/>
            <a:ext cx="1021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Strong positive relationship exists between Final Price and EMI.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Original Cost and Final Price also move together.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Discount percentage does not show a perfectly strong relationship with Final Price.</a:t>
            </a:r>
            <a:endParaRPr sz="1800"/>
          </a:p>
        </p:txBody>
      </p:sp>
      <p:pic>
        <p:nvPicPr>
          <p:cNvPr id="213" name="Google Shape;213;g3eb490323b1_0_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3000" y="1101950"/>
            <a:ext cx="4929201" cy="39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eb490323b1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b490323b1_0_164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b490323b1_0_164"/>
          <p:cNvSpPr txBox="1"/>
          <p:nvPr/>
        </p:nvSpPr>
        <p:spPr>
          <a:xfrm>
            <a:off x="633175" y="4863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Hypothesis Testing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21" name="Google Shape;221;g3eb490323b1_0_164"/>
          <p:cNvSpPr txBox="1"/>
          <p:nvPr/>
        </p:nvSpPr>
        <p:spPr>
          <a:xfrm>
            <a:off x="721900" y="1235650"/>
            <a:ext cx="111462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Do brands affect recliner pricing?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Null Hypothesis(H₀):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Brand has no impact on price.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Alternate </a:t>
            </a:r>
            <a:r>
              <a:rPr lang="en-US" sz="1800">
                <a:solidFill>
                  <a:schemeClr val="dk1"/>
                </a:solidFill>
              </a:rPr>
              <a:t>Hypothesis(</a:t>
            </a:r>
            <a:r>
              <a:rPr lang="en-US" sz="1800">
                <a:solidFill>
                  <a:schemeClr val="dk1"/>
                </a:solidFill>
              </a:rPr>
              <a:t>H₁):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Brand significantly affects price.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Brand(Categorical) vs Final Price(Numerical) - ANOVA Test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Result: </a:t>
            </a:r>
            <a:r>
              <a:rPr lang="en-US" sz="1800">
                <a:solidFill>
                  <a:schemeClr val="dk1"/>
                </a:solidFill>
              </a:rPr>
              <a:t>Reject H₀ (p &lt; alpha)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Conclusion: </a:t>
            </a:r>
            <a:r>
              <a:rPr lang="en-US" sz="1800">
                <a:solidFill>
                  <a:schemeClr val="dk1"/>
                </a:solidFill>
              </a:rPr>
              <a:t>Brand significantly affects recliner pricing.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Premium brands such as Durian, Casacraft from Pepperfry and LA-Z-BOY contain higher-priced recliners. Some brands mainly target budget and mid-range customers.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2" name="Google Shape;222;g3eb490323b1_0_164"/>
          <p:cNvSpPr txBox="1"/>
          <p:nvPr/>
        </p:nvSpPr>
        <p:spPr>
          <a:xfrm>
            <a:off x="721900" y="4107250"/>
            <a:ext cx="9242400" cy="25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Does seating capacity affect recliner price?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Null Hypothesis(H₀):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Seater capacity has no impact on price.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Alternate Hypothesis(H₁):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Seater capacity significantly affects price.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Seater(Assume Categorical) vs Final Price(Numerical) - ANOVA Test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Result: </a:t>
            </a:r>
            <a:r>
              <a:rPr lang="en-US" sz="1800">
                <a:solidFill>
                  <a:schemeClr val="dk1"/>
                </a:solidFill>
              </a:rPr>
              <a:t>Reject H₀ (p &lt; alpha)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Conclusion: </a:t>
            </a:r>
            <a:r>
              <a:rPr lang="en-US" sz="1800">
                <a:solidFill>
                  <a:schemeClr val="dk1"/>
                </a:solidFill>
              </a:rPr>
              <a:t>Multi-seater recliners generally cost more. But there are single seater recliners which cost more.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eb490323b1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eb490323b1_0_181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b490323b1_0_181"/>
          <p:cNvSpPr txBox="1"/>
          <p:nvPr/>
        </p:nvSpPr>
        <p:spPr>
          <a:xfrm>
            <a:off x="633175" y="62005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Hypothesis Testing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30" name="Google Shape;230;g3eb490323b1_0_181"/>
          <p:cNvSpPr txBox="1"/>
          <p:nvPr/>
        </p:nvSpPr>
        <p:spPr>
          <a:xfrm>
            <a:off x="1403675" y="1553150"/>
            <a:ext cx="99627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Is discount related to final price?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Null Hypothesis(H₀):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No relationship exists between discount and final price.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Alternate Hypothesis(H₁):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Discount significantly relates to final price.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Discount(Numerical) vs Final Price(Numerical) - </a:t>
            </a:r>
            <a:r>
              <a:rPr lang="en-US" sz="1800">
                <a:solidFill>
                  <a:schemeClr val="dk1"/>
                </a:solidFill>
              </a:rPr>
              <a:t>Pearson Correlation Test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Result: </a:t>
            </a:r>
            <a:r>
              <a:rPr lang="en-US" sz="1800">
                <a:solidFill>
                  <a:schemeClr val="dk1"/>
                </a:solidFill>
              </a:rPr>
              <a:t>Reject H₀ (p &lt; alpha)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Conclusion: 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Discount percentage significantly relates to recliner pricing.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Higher-priced recliners tend to receive larger discounts.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Brands may use discounts as a strategy to attract buyers toward premium recliners.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/>
          <p:nvPr/>
        </p:nvSpPr>
        <p:spPr>
          <a:xfrm>
            <a:off x="1341375" y="1089600"/>
            <a:ext cx="9169500" cy="53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Business Insights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Premium brands dominate luxury recliner market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EMI strongly depends on recliner pricing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Neutral colors are highly preferred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Budget and Mid-Range recliners dominate the market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Most brands focus on Budget and Mid-Range recliners, while premium brands mainly target the Luxury segment.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Recommendations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For Customers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Mid-range recliners provide better value-for-money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Customers should compare warranty and discount together before purchasing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For Businesses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Focus more on neutral-colored recliners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EMI-based marketing can attract premium buyers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Competitive warranty can improve product positioning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7" name="Google Shape;237;p12"/>
          <p:cNvSpPr txBox="1"/>
          <p:nvPr/>
        </p:nvSpPr>
        <p:spPr>
          <a:xfrm flipH="1">
            <a:off x="789821" y="443109"/>
            <a:ext cx="1027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Insights and Recommendations</a:t>
            </a:r>
            <a:endParaRPr b="1" i="0" sz="36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/>
        </p:nvSpPr>
        <p:spPr>
          <a:xfrm>
            <a:off x="1963050" y="1789800"/>
            <a:ext cx="82659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Successfully scraped recliner data from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Pepperfry</a:t>
            </a:r>
            <a:r>
              <a:rPr lang="en-US" sz="1800">
                <a:solidFill>
                  <a:schemeClr val="dk1"/>
                </a:solidFill>
              </a:rPr>
              <a:t> using Selenium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Performed complete data preprocessing and feature engineering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Conducted detailed EDA and visualization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Identified important pricing patterns and market trends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Validated findings using hypothesis testing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Generated meaningful business insights and recommendation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project demonstrates how Web Scraping + EDA can help understand online furniture market behavior and support data-driven decision making.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1174376" y="654858"/>
            <a:ext cx="322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1306" y="1718675"/>
            <a:ext cx="8129393" cy="30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 b="0" l="608" r="0" t="2063"/>
          <a:stretch/>
        </p:blipFill>
        <p:spPr>
          <a:xfrm>
            <a:off x="197224" y="168117"/>
            <a:ext cx="11788588" cy="65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2026-03-01T13:58:55Z</dcterms:created>
  <dc:creator>User</dc:creator>
</cp:coreProperties>
</file>